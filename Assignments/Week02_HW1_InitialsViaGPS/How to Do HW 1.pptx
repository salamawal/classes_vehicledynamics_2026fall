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22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5687C-1E5A-C477-C7A1-D805D43E8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F8943-AACD-EA19-9E04-3C6D59BBA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D17CB-8AC8-ED3A-547E-C1EB03A8B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ECE58-FA70-55D2-F16F-C4A9D1C9E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32314-C77B-953D-8914-97739BA17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184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31E9-DCAF-E793-8C6B-6A99A91F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8653-6538-B716-378F-C82B5DE54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826E1-9A44-03C7-2E0F-30A6F4570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43086-0AAC-5CDE-B2F2-60EC643F9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95CF3-EC1D-7FC1-41A5-40E1D4A9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38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C878B-0432-8535-0E1A-E4C90AE4E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0F1A1-9275-D58A-6EB4-91CE0C64C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007C0-63B3-54F9-904F-E42070A91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20E03-D442-DD57-5360-F05B00BC3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F6EDD-FB7C-E427-7642-ECDE9A61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27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6D63E-24A6-D702-38A6-0E5505757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E1959-B8A7-70A1-43A1-E001CCBBF1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42FDE8-6AB9-2FF6-5BDA-38A337EBCB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19A55-F482-0EB9-D12E-3770E668F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B09042-0330-DF46-A27A-AAA59BC0A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F7E33-BF77-E391-B757-5DDE66A54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34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D586D-3146-76A8-C6D9-5B08A88B3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54EF3-1242-E5EB-E9BC-C8412C1D7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E3CFC-1A67-F8E4-369F-EAA48C34B0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1382-280F-6F14-38B0-87122017B5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387FFC-F09D-0089-601D-7238B0C59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45EEDC-6202-C071-2121-B5E34CBAC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A0365-03D1-70DC-F04E-F0294B18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66DAEF-F7C0-8741-EB83-4792E007C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718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A50D9-7A88-F828-C289-F66676BEE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92375D-9E2B-CC09-6F6E-93596AF48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EFC412-3207-866E-A15C-BAB57BBCC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FC4C2C-D2B2-212E-12AE-6BA752B02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0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1A84D6-7EEB-CBAB-5E30-F2C8C0F95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0ABE7-3E3C-7EEE-FCDA-12840BCC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D7AEF-D86E-03D8-BC9D-A941404A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449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753C-0665-4CF1-8762-55799B3C9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B7732-F94D-393C-8DBD-C8766C784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261FA-1E71-B59B-78F5-B694BBF97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F73BCD-7C61-5198-E593-3A182B9A0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95019-00FD-3BC8-97E1-CB422847B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47BC7-98FB-D904-10CF-648944995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46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8A15B-BFF2-614A-6536-6C7C912BC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2C2DDA-B6CA-C31D-914C-371805C1CC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3B10E-CC39-C5B4-873E-4B619DCF48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CDBCB-AD62-7FA7-926A-44B14F788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8F9D4-0E8D-AE44-52A9-503AA321F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147FA-CB90-EB80-DE11-6A9F7C2BF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592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CE119-68F7-B796-12DE-E320C2799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B10EF-951D-4AC1-08A4-C8ED50E284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E997F-3A0F-92FD-1F30-0E71ABBD7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D34CD9-8D79-0DAC-2FBB-2971D5604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A2A2E-6926-B019-2AFB-357EEAFFD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52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18475-86B7-D938-E9AD-0A050582D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796CFA-43BA-5591-0976-602B82CAED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EEF37-D0B8-02D3-6CD8-D04049C39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377E05-1651-C45E-5561-0D73127FD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4E0C4-6359-7C4D-076E-C8AA2025C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94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777A6F-F764-852A-9F79-41797AA1C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EBFBC-6144-AECD-7E1D-9C3900DFC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73465-3270-ED92-8A42-776C03DBEF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663BE-23BB-44AC-8300-69C1BB94E401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9EF75-7D44-F445-FFCA-AE56C52E1B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6380F5-77E7-058C-FA52-489ED98C3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AF755-5B4F-4502-934C-A16B76FE8F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496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products/matlab-mobile.html" TargetMode="External"/><Relationship Id="rId2" Type="http://schemas.openxmlformats.org/officeDocument/2006/relationships/hyperlink" Target="https://www.mathworks.com/help/matlabmobile/ug/install-matlab-mobile-on-your-devic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kHi1VSjp-EQ&amp;t=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athworks.com/help/matlabmobile/ug/acquire-gps-data-and-plot-your-location-and-speed-on-a-map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301F-E7F0-A12F-DC40-56E5B1B33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 Do HW 1</a:t>
            </a:r>
            <a:br>
              <a:rPr lang="en-US" dirty="0"/>
            </a:br>
            <a:r>
              <a:rPr lang="en-US" dirty="0"/>
              <a:t>Recording and Plotting GPS Data from Your Phone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EADDF-50CF-7A27-83DD-C721F3BEDE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ME 452 – Vehicle Dynamics, Fall 2026</a:t>
            </a:r>
          </a:p>
        </p:txBody>
      </p:sp>
    </p:spTree>
    <p:extLst>
      <p:ext uri="{BB962C8B-B14F-4D97-AF65-F5344CB8AC3E}">
        <p14:creationId xmlns:p14="http://schemas.microsoft.com/office/powerpoint/2010/main" val="3161519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E7031-A218-65D9-5D31-E5C35B80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step: install the MATLAB app on your phone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505B6-A811-9C59-92B0-5657B36A0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(from </a:t>
            </a:r>
            <a:r>
              <a:rPr lang="en-US" dirty="0">
                <a:hlinkClick r:id="rId2"/>
              </a:rPr>
              <a:t>https://www.mathworks.com/help/matlabmobile/ug/install-matlab-mobile-on-your-device.html</a:t>
            </a:r>
            <a:r>
              <a:rPr lang="en-US" dirty="0"/>
              <a:t> )</a:t>
            </a:r>
          </a:p>
          <a:p>
            <a:pPr marL="0" indent="0">
              <a:buNone/>
            </a:pPr>
            <a:r>
              <a:rPr lang="en-US" dirty="0"/>
              <a:t>Install MATLAB Mobile on Your Device: The MATLAB</a:t>
            </a:r>
            <a:r>
              <a:rPr lang="en-US" baseline="30000" dirty="0"/>
              <a:t>®</a:t>
            </a:r>
            <a:r>
              <a:rPr lang="en-US" dirty="0"/>
              <a:t> Mobile™ app is available in the Apple App Store</a:t>
            </a:r>
            <a:r>
              <a:rPr lang="en-US" baseline="30000" dirty="0"/>
              <a:t>®</a:t>
            </a:r>
            <a:r>
              <a:rPr lang="en-US" dirty="0"/>
              <a:t> and in Google Play</a:t>
            </a:r>
            <a:r>
              <a:rPr lang="en-US" baseline="30000" dirty="0"/>
              <a:t>®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To download the MATLAB Mobile app on your device: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Start the App Store or Google Play app on your device.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Search the store using the term MATLAB Mobile.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To begin free installation of the app onto your device:</a:t>
            </a:r>
          </a:p>
          <a:p>
            <a:pPr lvl="1"/>
            <a:r>
              <a:rPr lang="en-US" dirty="0"/>
              <a:t>On Android devices: Tap </a:t>
            </a:r>
            <a:r>
              <a:rPr lang="en-US" b="1" dirty="0"/>
              <a:t>Install</a:t>
            </a:r>
            <a:endParaRPr lang="en-US" dirty="0"/>
          </a:p>
          <a:p>
            <a:pPr lvl="1"/>
            <a:r>
              <a:rPr lang="en-US" dirty="0"/>
              <a:t>On Apple devices: Tap the download icon. In some cases, the iTunes application might request your password to complete the transaction.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When the installation is complete, you can tap </a:t>
            </a:r>
            <a:r>
              <a:rPr lang="en-US" b="1" dirty="0"/>
              <a:t>Open</a:t>
            </a:r>
            <a:r>
              <a:rPr lang="en-US" dirty="0"/>
              <a:t> to start MATLAB Mobile on your device.</a:t>
            </a:r>
          </a:p>
          <a:p>
            <a:pPr marL="0" indent="0">
              <a:buNone/>
            </a:pPr>
            <a:r>
              <a:rPr lang="en-US" dirty="0"/>
              <a:t>Alternatively, for Apple devices you can access the App Store from iTunes software on your computer.</a:t>
            </a:r>
          </a:p>
          <a:p>
            <a:pPr marL="0" indent="0">
              <a:buNone/>
            </a:pPr>
            <a:br>
              <a:rPr lang="en-US" b="1" dirty="0"/>
            </a:br>
            <a:br>
              <a:rPr lang="en-US" b="1" dirty="0"/>
            </a:br>
            <a:r>
              <a:rPr lang="en-US" b="1" dirty="0"/>
              <a:t>Sign In and Setup</a:t>
            </a:r>
          </a:p>
          <a:p>
            <a:pPr lvl="0"/>
            <a:r>
              <a:rPr lang="en-US" dirty="0"/>
              <a:t>Tap </a:t>
            </a:r>
            <a:r>
              <a:rPr lang="en-US" b="1" dirty="0"/>
              <a:t>Continue</a:t>
            </a:r>
            <a:r>
              <a:rPr lang="en-US" dirty="0"/>
              <a:t> when you open the app.</a:t>
            </a:r>
          </a:p>
          <a:p>
            <a:pPr lvl="0"/>
            <a:r>
              <a:rPr lang="en-US" dirty="0"/>
              <a:t>Sign in with your </a:t>
            </a:r>
            <a:r>
              <a:rPr lang="en-US" b="1" dirty="0"/>
              <a:t>MathWorks Account</a:t>
            </a:r>
            <a:r>
              <a:rPr lang="en-US" dirty="0"/>
              <a:t> or create a new one.</a:t>
            </a:r>
          </a:p>
          <a:p>
            <a:pPr lvl="0"/>
            <a:r>
              <a:rPr lang="en-US" dirty="0"/>
              <a:t>Link a valid </a:t>
            </a:r>
            <a:r>
              <a:rPr lang="en-US" b="1" dirty="0"/>
              <a:t>MATLAB license</a:t>
            </a:r>
            <a:r>
              <a:rPr lang="en-US" dirty="0"/>
              <a:t> or active trial to use full features, or use the free cloud storage option. [</a:t>
            </a:r>
            <a:r>
              <a:rPr lang="en-US" dirty="0">
                <a:hlinkClick r:id="rId3"/>
              </a:rPr>
              <a:t>1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2</a:t>
            </a:r>
            <a:r>
              <a:rPr lang="en-US" dirty="0"/>
              <a:t>]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71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87683-456C-E9CD-9E21-4F4EF7E6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Next, record data. Open up the sensors panel via the drop-down menu: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0CF90E-6817-A84E-BE81-30CB6EE42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705" y="2146300"/>
            <a:ext cx="2024648" cy="4502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DAE60F-BA44-F1E9-1BF5-971BC1F05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608" y="1955800"/>
            <a:ext cx="1993237" cy="443230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26893BF2-5217-3E24-87BE-BB8D529CD0DD}"/>
              </a:ext>
            </a:extLst>
          </p:cNvPr>
          <p:cNvSpPr/>
          <p:nvPr/>
        </p:nvSpPr>
        <p:spPr>
          <a:xfrm>
            <a:off x="5060950" y="3562350"/>
            <a:ext cx="1231900" cy="9207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7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87683-456C-E9CD-9E21-4F4EF7E6E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850" y="365125"/>
            <a:ext cx="1185545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Make sure the Stream-to is set to “Log”. In the “Sampling Parameters”, set the speed to 100Hz (fastest possible), and turn on all sensors except microphone.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B7688A-6473-D986-C138-E682E0094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508" y="2044699"/>
            <a:ext cx="1644849" cy="3657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655670-C6D3-593B-BC84-A785B67B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109" y="2044699"/>
            <a:ext cx="1644848" cy="3657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12D99C-7CEE-B82A-A459-420767D299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709" y="2044699"/>
            <a:ext cx="1644849" cy="3657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942760-97B4-223F-C4C3-C0F7FB4B38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2260" y="2044699"/>
            <a:ext cx="1644849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187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EA0E-0AB7-5D4B-4F1E-F1F78BFF5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When you are ready to record, </a:t>
            </a:r>
            <a:r>
              <a:rPr lang="en-US" dirty="0">
                <a:solidFill>
                  <a:srgbClr val="00B050"/>
                </a:solidFill>
              </a:rPr>
              <a:t>hit “Start”. </a:t>
            </a:r>
            <a:r>
              <a:rPr lang="en-US" dirty="0"/>
              <a:t>When you are done, hit “Stop”. The logs </a:t>
            </a:r>
            <a:r>
              <a:rPr lang="en-US" dirty="0">
                <a:solidFill>
                  <a:srgbClr val="FF0000"/>
                </a:solidFill>
              </a:rPr>
              <a:t>will update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1C1495-1844-8B31-6B63-1E0E03AAE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908" y="1879600"/>
            <a:ext cx="1993237" cy="4432300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7329499-0FA2-FC7D-097E-EDE455DAE517}"/>
              </a:ext>
            </a:extLst>
          </p:cNvPr>
          <p:cNvSpPr/>
          <p:nvPr/>
        </p:nvSpPr>
        <p:spPr>
          <a:xfrm>
            <a:off x="3161958" y="5495925"/>
            <a:ext cx="1231900" cy="920750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72F5592-EB53-E841-4039-B225118EE914}"/>
              </a:ext>
            </a:extLst>
          </p:cNvPr>
          <p:cNvSpPr/>
          <p:nvPr/>
        </p:nvSpPr>
        <p:spPr>
          <a:xfrm rot="10800000">
            <a:off x="5804907" y="2590800"/>
            <a:ext cx="1231900" cy="92075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671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0424-67F7-08F2-E88E-5C6057F7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Note: MATLAB has a more complicated example online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755A3-03AA-229A-95AF-7C916D866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See: </a:t>
            </a:r>
            <a:r>
              <a:rPr lang="en-US" dirty="0">
                <a:hlinkClick r:id="rId2"/>
              </a:rPr>
              <a:t>https://www.mathworks.com/help/matlabmobile/ug/acquire-gps-data-and-plot-your-location-and-speed-on-a-map.html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9235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340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How to Do HW 1 Recording and Plotting GPS Data from Your Phone</vt:lpstr>
      <vt:lpstr>First step: install the MATLAB app on your phone</vt:lpstr>
      <vt:lpstr>Next, record data. Open up the sensors panel via the drop-down menu:</vt:lpstr>
      <vt:lpstr>Make sure the Stream-to is set to “Log”. In the “Sampling Parameters”, set the speed to 100Hz (fastest possible), and turn on all sensors except microphone.</vt:lpstr>
      <vt:lpstr>When you are ready to record, hit “Start”. When you are done, hit “Stop”. The logs will update.</vt:lpstr>
      <vt:lpstr>Note: MATLAB has a more complicated example online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Brennan, Sean N</dc:creator>
  <cp:lastModifiedBy>Brennan, Sean N</cp:lastModifiedBy>
  <cp:revision>2</cp:revision>
  <dcterms:created xsi:type="dcterms:W3CDTF">2026-09-18T15:12:38Z</dcterms:created>
  <dcterms:modified xsi:type="dcterms:W3CDTF">2026-09-18T15:18:50Z</dcterms:modified>
</cp:coreProperties>
</file>